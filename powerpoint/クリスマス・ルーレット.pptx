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0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0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 S" userId="0db01106b7e0b470" providerId="LiveId" clId="{65DBA05F-C2EA-4532-8FF2-06242FC55DBA}"/>
    <pc:docChg chg="undo custSel addSld modSld">
      <pc:chgData name="N S" userId="0db01106b7e0b470" providerId="LiveId" clId="{65DBA05F-C2EA-4532-8FF2-06242FC55DBA}" dt="2025-10-30T19:26:57.388" v="1861" actId="1076"/>
      <pc:docMkLst>
        <pc:docMk/>
      </pc:docMkLst>
      <pc:sldChg chg="addSp delSp modSp mod">
        <pc:chgData name="N S" userId="0db01106b7e0b470" providerId="LiveId" clId="{65DBA05F-C2EA-4532-8FF2-06242FC55DBA}" dt="2025-10-21T07:57:39.761" v="1802" actId="1076"/>
        <pc:sldMkLst>
          <pc:docMk/>
          <pc:sldMk cId="135187415" sldId="257"/>
        </pc:sldMkLst>
        <pc:spChg chg="mod">
          <ac:chgData name="N S" userId="0db01106b7e0b470" providerId="LiveId" clId="{65DBA05F-C2EA-4532-8FF2-06242FC55DBA}" dt="2025-10-21T07:57:20.455" v="1796" actId="1076"/>
          <ac:spMkLst>
            <pc:docMk/>
            <pc:sldMk cId="135187415" sldId="257"/>
            <ac:spMk id="2" creationId="{5F67B55C-0EAB-95E3-2CF2-B35C13A6D016}"/>
          </ac:spMkLst>
        </pc:spChg>
        <pc:spChg chg="mod">
          <ac:chgData name="N S" userId="0db01106b7e0b470" providerId="LiveId" clId="{65DBA05F-C2EA-4532-8FF2-06242FC55DBA}" dt="2025-10-21T07:57:39.761" v="1802" actId="1076"/>
          <ac:spMkLst>
            <pc:docMk/>
            <pc:sldMk cId="135187415" sldId="257"/>
            <ac:spMk id="3" creationId="{C112B571-4B58-1B1F-6168-41ED2E68D4D8}"/>
          </ac:spMkLst>
        </pc:spChg>
        <pc:spChg chg="mod">
          <ac:chgData name="N S" userId="0db01106b7e0b470" providerId="LiveId" clId="{65DBA05F-C2EA-4532-8FF2-06242FC55DBA}" dt="2025-10-01T17:24:21.670" v="1659" actId="1076"/>
          <ac:spMkLst>
            <pc:docMk/>
            <pc:sldMk cId="135187415" sldId="257"/>
            <ac:spMk id="5" creationId="{00994819-387E-4E9C-AEB8-9D087BA1DFC3}"/>
          </ac:spMkLst>
        </pc:spChg>
        <pc:spChg chg="add mod">
          <ac:chgData name="N S" userId="0db01106b7e0b470" providerId="LiveId" clId="{65DBA05F-C2EA-4532-8FF2-06242FC55DBA}" dt="2025-10-21T07:57:35.711" v="1801" actId="1076"/>
          <ac:spMkLst>
            <pc:docMk/>
            <pc:sldMk cId="135187415" sldId="257"/>
            <ac:spMk id="13" creationId="{4D184ACE-D959-C5AC-91A9-4A17924B588D}"/>
          </ac:spMkLst>
        </pc:spChg>
        <pc:picChg chg="add mod">
          <ac:chgData name="N S" userId="0db01106b7e0b470" providerId="LiveId" clId="{65DBA05F-C2EA-4532-8FF2-06242FC55DBA}" dt="2025-10-21T07:57:06.727" v="1794" actId="1076"/>
          <ac:picMkLst>
            <pc:docMk/>
            <pc:sldMk cId="135187415" sldId="257"/>
            <ac:picMk id="10" creationId="{EBB5C11C-9ED4-EA05-8BC2-E3BE7A62319D}"/>
          </ac:picMkLst>
        </pc:picChg>
        <pc:picChg chg="add mod">
          <ac:chgData name="N S" userId="0db01106b7e0b470" providerId="LiveId" clId="{65DBA05F-C2EA-4532-8FF2-06242FC55DBA}" dt="2025-10-21T07:57:28.933" v="1800" actId="1076"/>
          <ac:picMkLst>
            <pc:docMk/>
            <pc:sldMk cId="135187415" sldId="257"/>
            <ac:picMk id="14" creationId="{FDE7D85A-0656-1F9D-EE24-793C34B5779A}"/>
          </ac:picMkLst>
        </pc:picChg>
        <pc:picChg chg="mod">
          <ac:chgData name="N S" userId="0db01106b7e0b470" providerId="LiveId" clId="{65DBA05F-C2EA-4532-8FF2-06242FC55DBA}" dt="2025-10-21T07:56:57.592" v="1791" actId="1076"/>
          <ac:picMkLst>
            <pc:docMk/>
            <pc:sldMk cId="135187415" sldId="257"/>
            <ac:picMk id="1026" creationId="{A690751F-D344-D0A5-55A6-A2E10DB5C4D5}"/>
          </ac:picMkLst>
        </pc:picChg>
        <pc:picChg chg="add del mod">
          <ac:chgData name="N S" userId="0db01106b7e0b470" providerId="LiveId" clId="{65DBA05F-C2EA-4532-8FF2-06242FC55DBA}" dt="2025-10-21T07:56:50.817" v="1790" actId="1076"/>
          <ac:picMkLst>
            <pc:docMk/>
            <pc:sldMk cId="135187415" sldId="257"/>
            <ac:picMk id="1028" creationId="{5D43AA80-25E9-D092-297F-58ED8F15FE5B}"/>
          </ac:picMkLst>
        </pc:picChg>
        <pc:picChg chg="mod">
          <ac:chgData name="N S" userId="0db01106b7e0b470" providerId="LiveId" clId="{65DBA05F-C2EA-4532-8FF2-06242FC55DBA}" dt="2025-10-21T07:56:47.239" v="1789" actId="1076"/>
          <ac:picMkLst>
            <pc:docMk/>
            <pc:sldMk cId="135187415" sldId="257"/>
            <ac:picMk id="1030" creationId="{88319907-D24F-DC7F-D44F-27FE1D4462DA}"/>
          </ac:picMkLst>
        </pc:picChg>
        <pc:picChg chg="add mod">
          <ac:chgData name="N S" userId="0db01106b7e0b470" providerId="LiveId" clId="{65DBA05F-C2EA-4532-8FF2-06242FC55DBA}" dt="2025-10-21T07:57:13.841" v="1795" actId="1076"/>
          <ac:picMkLst>
            <pc:docMk/>
            <pc:sldMk cId="135187415" sldId="257"/>
            <ac:picMk id="1032" creationId="{A4084FA8-BA30-4819-2E9F-C3A7DF3EA127}"/>
          </ac:picMkLst>
        </pc:picChg>
        <pc:picChg chg="add mod">
          <ac:chgData name="N S" userId="0db01106b7e0b470" providerId="LiveId" clId="{65DBA05F-C2EA-4532-8FF2-06242FC55DBA}" dt="2025-10-21T07:56:59.855" v="1792" actId="1076"/>
          <ac:picMkLst>
            <pc:docMk/>
            <pc:sldMk cId="135187415" sldId="257"/>
            <ac:picMk id="1036" creationId="{E61D1D2C-6542-77F4-D558-78174FF13C40}"/>
          </ac:picMkLst>
        </pc:picChg>
        <pc:picChg chg="add mod">
          <ac:chgData name="N S" userId="0db01106b7e0b470" providerId="LiveId" clId="{65DBA05F-C2EA-4532-8FF2-06242FC55DBA}" dt="2025-10-21T07:57:04.127" v="1793" actId="1076"/>
          <ac:picMkLst>
            <pc:docMk/>
            <pc:sldMk cId="135187415" sldId="257"/>
            <ac:picMk id="1040" creationId="{C5207C63-08F4-9005-0CE0-CF378483B876}"/>
          </ac:picMkLst>
        </pc:picChg>
        <pc:picChg chg="add mod">
          <ac:chgData name="N S" userId="0db01106b7e0b470" providerId="LiveId" clId="{65DBA05F-C2EA-4532-8FF2-06242FC55DBA}" dt="2025-10-21T07:57:26.134" v="1799" actId="1076"/>
          <ac:picMkLst>
            <pc:docMk/>
            <pc:sldMk cId="135187415" sldId="257"/>
            <ac:picMk id="1044" creationId="{9D42E07C-255B-A1E7-3DD0-1EC868CDCB84}"/>
          </ac:picMkLst>
        </pc:picChg>
      </pc:sldChg>
      <pc:sldChg chg="addSp delSp modSp mod">
        <pc:chgData name="N S" userId="0db01106b7e0b470" providerId="LiveId" clId="{65DBA05F-C2EA-4532-8FF2-06242FC55DBA}" dt="2025-09-28T11:25:41.939" v="1426" actId="1076"/>
        <pc:sldMkLst>
          <pc:docMk/>
          <pc:sldMk cId="2619747259" sldId="258"/>
        </pc:sldMkLst>
      </pc:sldChg>
      <pc:sldChg chg="addSp delSp modSp mod">
        <pc:chgData name="N S" userId="0db01106b7e0b470" providerId="LiveId" clId="{65DBA05F-C2EA-4532-8FF2-06242FC55DBA}" dt="2025-09-28T09:22:30.697" v="1113" actId="1076"/>
        <pc:sldMkLst>
          <pc:docMk/>
          <pc:sldMk cId="2581424934" sldId="259"/>
        </pc:sldMkLst>
      </pc:sldChg>
      <pc:sldChg chg="addSp delSp modSp mod">
        <pc:chgData name="N S" userId="0db01106b7e0b470" providerId="LiveId" clId="{65DBA05F-C2EA-4532-8FF2-06242FC55DBA}" dt="2025-10-30T19:26:57.388" v="1861" actId="1076"/>
        <pc:sldMkLst>
          <pc:docMk/>
          <pc:sldMk cId="1162852360" sldId="260"/>
        </pc:sldMkLst>
        <pc:spChg chg="add mod">
          <ac:chgData name="N S" userId="0db01106b7e0b470" providerId="LiveId" clId="{65DBA05F-C2EA-4532-8FF2-06242FC55DBA}" dt="2025-10-21T07:56:17.170" v="1786" actId="20577"/>
          <ac:spMkLst>
            <pc:docMk/>
            <pc:sldMk cId="1162852360" sldId="260"/>
            <ac:spMk id="9" creationId="{327C5B33-2A73-561E-61B5-5C806B006614}"/>
          </ac:spMkLst>
        </pc:spChg>
        <pc:spChg chg="add mod">
          <ac:chgData name="N S" userId="0db01106b7e0b470" providerId="LiveId" clId="{65DBA05F-C2EA-4532-8FF2-06242FC55DBA}" dt="2025-10-30T19:26:43.832" v="1860" actId="20577"/>
          <ac:spMkLst>
            <pc:docMk/>
            <pc:sldMk cId="1162852360" sldId="260"/>
            <ac:spMk id="10" creationId="{51A3B557-FAA6-583F-B35D-6F63AAABE482}"/>
          </ac:spMkLst>
        </pc:spChg>
        <pc:spChg chg="add mod">
          <ac:chgData name="N S" userId="0db01106b7e0b470" providerId="LiveId" clId="{65DBA05F-C2EA-4532-8FF2-06242FC55DBA}" dt="2025-10-21T07:55:42.693" v="1775" actId="1076"/>
          <ac:spMkLst>
            <pc:docMk/>
            <pc:sldMk cId="1162852360" sldId="260"/>
            <ac:spMk id="11" creationId="{25CF6E56-13A1-2929-DCEB-7AFD7B269EEB}"/>
          </ac:spMkLst>
        </pc:spChg>
        <pc:spChg chg="add mod">
          <ac:chgData name="N S" userId="0db01106b7e0b470" providerId="LiveId" clId="{65DBA05F-C2EA-4532-8FF2-06242FC55DBA}" dt="2025-10-21T07:56:05.711" v="1783" actId="1076"/>
          <ac:spMkLst>
            <pc:docMk/>
            <pc:sldMk cId="1162852360" sldId="260"/>
            <ac:spMk id="15" creationId="{39C67C83-2445-BB2B-D314-35F0C3DE49AE}"/>
          </ac:spMkLst>
        </pc:spChg>
        <pc:picChg chg="add mod">
          <ac:chgData name="N S" userId="0db01106b7e0b470" providerId="LiveId" clId="{65DBA05F-C2EA-4532-8FF2-06242FC55DBA}" dt="2025-10-08T10:38:43.257" v="1773" actId="1076"/>
          <ac:picMkLst>
            <pc:docMk/>
            <pc:sldMk cId="1162852360" sldId="260"/>
            <ac:picMk id="2052" creationId="{60A8ABBE-C9B7-C65F-2B6D-EDFD60B0F9D0}"/>
          </ac:picMkLst>
        </pc:picChg>
        <pc:picChg chg="add mod">
          <ac:chgData name="N S" userId="0db01106b7e0b470" providerId="LiveId" clId="{65DBA05F-C2EA-4532-8FF2-06242FC55DBA}" dt="2025-10-21T07:56:10.228" v="1784" actId="1076"/>
          <ac:picMkLst>
            <pc:docMk/>
            <pc:sldMk cId="1162852360" sldId="260"/>
            <ac:picMk id="2054" creationId="{399823EC-D3D5-AB2A-E2DD-54BC90218FBC}"/>
          </ac:picMkLst>
        </pc:picChg>
        <pc:picChg chg="add mod">
          <ac:chgData name="N S" userId="0db01106b7e0b470" providerId="LiveId" clId="{65DBA05F-C2EA-4532-8FF2-06242FC55DBA}" dt="2025-10-30T19:26:57.388" v="1861" actId="1076"/>
          <ac:picMkLst>
            <pc:docMk/>
            <pc:sldMk cId="1162852360" sldId="260"/>
            <ac:picMk id="2056" creationId="{95D6B732-BC9A-6247-B088-7C6AD219CB87}"/>
          </ac:picMkLst>
        </pc:picChg>
      </pc:sldChg>
      <pc:sldChg chg="addSp delSp modSp new mod">
        <pc:chgData name="N S" userId="0db01106b7e0b470" providerId="LiveId" clId="{65DBA05F-C2EA-4532-8FF2-06242FC55DBA}" dt="2025-10-21T07:56:41.192" v="1788" actId="14100"/>
        <pc:sldMkLst>
          <pc:docMk/>
          <pc:sldMk cId="2514400208" sldId="261"/>
        </pc:sldMkLst>
        <pc:spChg chg="add mod">
          <ac:chgData name="N S" userId="0db01106b7e0b470" providerId="LiveId" clId="{65DBA05F-C2EA-4532-8FF2-06242FC55DBA}" dt="2025-09-30T10:22:31.445" v="1580" actId="1076"/>
          <ac:spMkLst>
            <pc:docMk/>
            <pc:sldMk cId="2514400208" sldId="261"/>
            <ac:spMk id="10" creationId="{71BFCA80-9139-BD9B-FF0B-0D7D7F8B4713}"/>
          </ac:spMkLst>
        </pc:spChg>
        <pc:spChg chg="add mod">
          <ac:chgData name="N S" userId="0db01106b7e0b470" providerId="LiveId" clId="{65DBA05F-C2EA-4532-8FF2-06242FC55DBA}" dt="2025-09-30T10:26:14.754" v="1621" actId="1076"/>
          <ac:spMkLst>
            <pc:docMk/>
            <pc:sldMk cId="2514400208" sldId="261"/>
            <ac:spMk id="12" creationId="{6708BAD3-DEDD-D71B-CFD5-12167DA90BDC}"/>
          </ac:spMkLst>
        </pc:spChg>
        <pc:spChg chg="add mod">
          <ac:chgData name="N S" userId="0db01106b7e0b470" providerId="LiveId" clId="{65DBA05F-C2EA-4532-8FF2-06242FC55DBA}" dt="2025-09-30T10:25:33.632" v="1617" actId="14100"/>
          <ac:spMkLst>
            <pc:docMk/>
            <pc:sldMk cId="2514400208" sldId="261"/>
            <ac:spMk id="13" creationId="{157418C8-D066-37AE-01D4-5CEBF20D87C5}"/>
          </ac:spMkLst>
        </pc:spChg>
        <pc:spChg chg="add mod">
          <ac:chgData name="N S" userId="0db01106b7e0b470" providerId="LiveId" clId="{65DBA05F-C2EA-4532-8FF2-06242FC55DBA}" dt="2025-09-30T10:25:20.127" v="1615" actId="1076"/>
          <ac:spMkLst>
            <pc:docMk/>
            <pc:sldMk cId="2514400208" sldId="261"/>
            <ac:spMk id="16" creationId="{80B5E947-9511-2C12-6118-B11D18F6786D}"/>
          </ac:spMkLst>
        </pc:spChg>
        <pc:spChg chg="add mod">
          <ac:chgData name="N S" userId="0db01106b7e0b470" providerId="LiveId" clId="{65DBA05F-C2EA-4532-8FF2-06242FC55DBA}" dt="2025-09-30T10:26:19.770" v="1622" actId="1076"/>
          <ac:spMkLst>
            <pc:docMk/>
            <pc:sldMk cId="2514400208" sldId="261"/>
            <ac:spMk id="18" creationId="{1C171C26-856B-8816-01DE-BC5117E1646B}"/>
          </ac:spMkLst>
        </pc:spChg>
        <pc:picChg chg="add mod">
          <ac:chgData name="N S" userId="0db01106b7e0b470" providerId="LiveId" clId="{65DBA05F-C2EA-4532-8FF2-06242FC55DBA}" dt="2025-09-30T10:24:33.572" v="1608" actId="1076"/>
          <ac:picMkLst>
            <pc:docMk/>
            <pc:sldMk cId="2514400208" sldId="261"/>
            <ac:picMk id="8" creationId="{B07C8B40-F214-8732-3446-38DDE8609AAB}"/>
          </ac:picMkLst>
        </pc:picChg>
        <pc:picChg chg="add mod">
          <ac:chgData name="N S" userId="0db01106b7e0b470" providerId="LiveId" clId="{65DBA05F-C2EA-4532-8FF2-06242FC55DBA}" dt="2025-09-30T10:21:56.831" v="1575" actId="1076"/>
          <ac:picMkLst>
            <pc:docMk/>
            <pc:sldMk cId="2514400208" sldId="261"/>
            <ac:picMk id="11" creationId="{5ADD208B-060A-3E01-F7E9-4AAE9D9A1AE7}"/>
          </ac:picMkLst>
        </pc:picChg>
        <pc:picChg chg="add mod">
          <ac:chgData name="N S" userId="0db01106b7e0b470" providerId="LiveId" clId="{65DBA05F-C2EA-4532-8FF2-06242FC55DBA}" dt="2025-09-30T10:26:04.299" v="1620" actId="12788"/>
          <ac:picMkLst>
            <pc:docMk/>
            <pc:sldMk cId="2514400208" sldId="261"/>
            <ac:picMk id="14" creationId="{E476F7D9-AE90-D665-EA5E-B0FCDDF95031}"/>
          </ac:picMkLst>
        </pc:picChg>
        <pc:picChg chg="add del mod">
          <ac:chgData name="N S" userId="0db01106b7e0b470" providerId="LiveId" clId="{65DBA05F-C2EA-4532-8FF2-06242FC55DBA}" dt="2025-10-01T17:26:35.435" v="1703" actId="1076"/>
          <ac:picMkLst>
            <pc:docMk/>
            <pc:sldMk cId="2514400208" sldId="261"/>
            <ac:picMk id="15" creationId="{EE37905E-D3E7-4C74-2036-4033722959EA}"/>
          </ac:picMkLst>
        </pc:picChg>
        <pc:picChg chg="add mod">
          <ac:chgData name="N S" userId="0db01106b7e0b470" providerId="LiveId" clId="{65DBA05F-C2EA-4532-8FF2-06242FC55DBA}" dt="2025-09-30T10:25:58.600" v="1619" actId="12788"/>
          <ac:picMkLst>
            <pc:docMk/>
            <pc:sldMk cId="2514400208" sldId="261"/>
            <ac:picMk id="1026" creationId="{45B6E812-5051-1C52-5629-20F8418D2E1C}"/>
          </ac:picMkLst>
        </pc:picChg>
        <pc:cxnChg chg="mod topLvl">
          <ac:chgData name="N S" userId="0db01106b7e0b470" providerId="LiveId" clId="{65DBA05F-C2EA-4532-8FF2-06242FC55DBA}" dt="2025-10-21T07:56:36.869" v="1787" actId="14100"/>
          <ac:cxnSpMkLst>
            <pc:docMk/>
            <pc:sldMk cId="2514400208" sldId="261"/>
            <ac:cxnSpMk id="4" creationId="{44265107-30A5-1B0C-C174-4EF17C6C3651}"/>
          </ac:cxnSpMkLst>
        </pc:cxnChg>
        <pc:cxnChg chg="mod topLvl">
          <ac:chgData name="N S" userId="0db01106b7e0b470" providerId="LiveId" clId="{65DBA05F-C2EA-4532-8FF2-06242FC55DBA}" dt="2025-10-21T07:56:41.192" v="1788" actId="14100"/>
          <ac:cxnSpMkLst>
            <pc:docMk/>
            <pc:sldMk cId="2514400208" sldId="261"/>
            <ac:cxnSpMk id="5" creationId="{A2C417F8-C000-913C-DCD1-3BBD325CDC1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729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443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0994819-387E-4E9C-AEB8-9D087BA1DFC3}"/>
              </a:ext>
            </a:extLst>
          </p:cNvPr>
          <p:cNvSpPr/>
          <p:nvPr/>
        </p:nvSpPr>
        <p:spPr>
          <a:xfrm>
            <a:off x="243840" y="209006"/>
            <a:ext cx="9448799" cy="646176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C00000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F67B55C-0EAB-95E3-2CF2-B35C13A6D016}"/>
              </a:ext>
            </a:extLst>
          </p:cNvPr>
          <p:cNvSpPr txBox="1"/>
          <p:nvPr/>
        </p:nvSpPr>
        <p:spPr>
          <a:xfrm>
            <a:off x="2488172" y="2244953"/>
            <a:ext cx="51881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クリスマス・ルーレット！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112B571-4B58-1B1F-6168-41ED2E68D4D8}"/>
              </a:ext>
            </a:extLst>
          </p:cNvPr>
          <p:cNvSpPr txBox="1"/>
          <p:nvPr/>
        </p:nvSpPr>
        <p:spPr>
          <a:xfrm>
            <a:off x="1475699" y="1190745"/>
            <a:ext cx="3253379" cy="39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/>
              <a:t>ハッカソンでやりたいこと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690751F-D344-D0A5-55A6-A2E10DB5C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011" y="3496865"/>
            <a:ext cx="2548084" cy="2492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D43AA80-25E9-D092-297F-58ED8F15F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2658" y="5672055"/>
            <a:ext cx="779043" cy="780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クリスマスのマーク（シルエット・トナカイ）">
            <a:extLst>
              <a:ext uri="{FF2B5EF4-FFF2-40B4-BE49-F238E27FC236}">
                <a16:creationId xmlns:a16="http://schemas.microsoft.com/office/drawing/2014/main" id="{88319907-D24F-DC7F-D44F-27FE1D446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686" y="5711410"/>
            <a:ext cx="852757" cy="85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2BCA37C0-B4C6-DF92-F5B7-7B41A439D9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" b="93620"/>
          <a:stretch>
            <a:fillRect/>
          </a:stretch>
        </p:blipFill>
        <p:spPr bwMode="auto">
          <a:xfrm>
            <a:off x="312203" y="313978"/>
            <a:ext cx="9281594" cy="367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EBB5C11C-9ED4-EA05-8BC2-E3BE7A623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701" y="4156119"/>
            <a:ext cx="761755" cy="76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クリスマスのマーク（シルエット・ツリー）">
            <a:extLst>
              <a:ext uri="{FF2B5EF4-FFF2-40B4-BE49-F238E27FC236}">
                <a16:creationId xmlns:a16="http://schemas.microsoft.com/office/drawing/2014/main" id="{A4084FA8-BA30-4819-2E9F-C3A7DF3EA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648" y="4156119"/>
            <a:ext cx="852757" cy="857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クリスマスのマーク（シルエット・雪だるま）">
            <a:extLst>
              <a:ext uri="{FF2B5EF4-FFF2-40B4-BE49-F238E27FC236}">
                <a16:creationId xmlns:a16="http://schemas.microsoft.com/office/drawing/2014/main" id="{E61D1D2C-6542-77F4-D558-78174FF13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758" y="2978099"/>
            <a:ext cx="852757" cy="85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クリスマスのマーク（シルエット・プレゼント）">
            <a:extLst>
              <a:ext uri="{FF2B5EF4-FFF2-40B4-BE49-F238E27FC236}">
                <a16:creationId xmlns:a16="http://schemas.microsoft.com/office/drawing/2014/main" id="{C5207C63-08F4-9005-0CE0-CF378483B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247" y="2978099"/>
            <a:ext cx="748454" cy="74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吹き出し: 円形 12">
            <a:extLst>
              <a:ext uri="{FF2B5EF4-FFF2-40B4-BE49-F238E27FC236}">
                <a16:creationId xmlns:a16="http://schemas.microsoft.com/office/drawing/2014/main" id="{4D184ACE-D959-C5AC-91A9-4A17924B588D}"/>
              </a:ext>
            </a:extLst>
          </p:cNvPr>
          <p:cNvSpPr/>
          <p:nvPr/>
        </p:nvSpPr>
        <p:spPr>
          <a:xfrm>
            <a:off x="1251779" y="976771"/>
            <a:ext cx="3701221" cy="862489"/>
          </a:xfrm>
          <a:prstGeom prst="wedgeEllipseCallout">
            <a:avLst>
              <a:gd name="adj1" fmla="val 30267"/>
              <a:gd name="adj2" fmla="val 82225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044" name="Picture 20" descr="キラキラ」アイコン・イラストのフリー素材（商用可）">
            <a:extLst>
              <a:ext uri="{FF2B5EF4-FFF2-40B4-BE49-F238E27FC236}">
                <a16:creationId xmlns:a16="http://schemas.microsoft.com/office/drawing/2014/main" id="{9D42E07C-255B-A1E7-3DD0-1EC868CDC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5031" y="2207065"/>
            <a:ext cx="622663" cy="622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0" descr="キラキラ」アイコン・イラストのフリー素材（商用可）">
            <a:extLst>
              <a:ext uri="{FF2B5EF4-FFF2-40B4-BE49-F238E27FC236}">
                <a16:creationId xmlns:a16="http://schemas.microsoft.com/office/drawing/2014/main" id="{FDE7D85A-0656-1F9D-EE24-793C34B57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307" y="2121600"/>
            <a:ext cx="622663" cy="622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87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3E567C0-2B00-0DE8-9BE5-68046F1D17DB}"/>
              </a:ext>
            </a:extLst>
          </p:cNvPr>
          <p:cNvSpPr txBox="1"/>
          <p:nvPr/>
        </p:nvSpPr>
        <p:spPr>
          <a:xfrm>
            <a:off x="497730" y="2031824"/>
            <a:ext cx="42372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dirty="0"/>
              <a:t>Web</a:t>
            </a:r>
            <a:r>
              <a:rPr lang="ja-JP" altLang="en-US" sz="2000" b="1" dirty="0"/>
              <a:t>画面でボタンを押すと・・・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85756C6D-0DFC-52A9-BD5D-6BEAD0E01F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" b="93620"/>
          <a:stretch>
            <a:fillRect/>
          </a:stretch>
        </p:blipFill>
        <p:spPr bwMode="auto">
          <a:xfrm>
            <a:off x="312203" y="313978"/>
            <a:ext cx="9281594" cy="367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E80BC08-12D3-EFE4-7291-D1E2C0B016D7}"/>
              </a:ext>
            </a:extLst>
          </p:cNvPr>
          <p:cNvGrpSpPr/>
          <p:nvPr/>
        </p:nvGrpSpPr>
        <p:grpSpPr>
          <a:xfrm>
            <a:off x="949232" y="2431934"/>
            <a:ext cx="3504443" cy="3504443"/>
            <a:chOff x="949232" y="2431934"/>
            <a:chExt cx="3504443" cy="3504443"/>
          </a:xfrm>
        </p:grpSpPr>
        <p:pic>
          <p:nvPicPr>
            <p:cNvPr id="2050" name="Picture 2" descr="モニタを見せて案内する店員のイラスト（女性）">
              <a:extLst>
                <a:ext uri="{FF2B5EF4-FFF2-40B4-BE49-F238E27FC236}">
                  <a16:creationId xmlns:a16="http://schemas.microsoft.com/office/drawing/2014/main" id="{DD325237-BB51-56C9-1E02-5D08899E0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9232" y="2431934"/>
              <a:ext cx="3504443" cy="35044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スタートボタンのイラスト（オフ）">
              <a:extLst>
                <a:ext uri="{FF2B5EF4-FFF2-40B4-BE49-F238E27FC236}">
                  <a16:creationId xmlns:a16="http://schemas.microsoft.com/office/drawing/2014/main" id="{70119CD4-51E3-7C4E-BE02-020992A7D6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8538" y="3461414"/>
              <a:ext cx="1182915" cy="10557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D12DC053-5E3A-7D98-ACFA-3D971F52B26F}"/>
              </a:ext>
            </a:extLst>
          </p:cNvPr>
          <p:cNvGrpSpPr/>
          <p:nvPr/>
        </p:nvGrpSpPr>
        <p:grpSpPr>
          <a:xfrm>
            <a:off x="471605" y="918558"/>
            <a:ext cx="4077865" cy="460772"/>
            <a:chOff x="471605" y="918558"/>
            <a:chExt cx="4077865" cy="460772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BA57DB9B-643B-E2E2-CB12-3C946AE59DEB}"/>
                </a:ext>
              </a:extLst>
            </p:cNvPr>
            <p:cNvSpPr txBox="1"/>
            <p:nvPr/>
          </p:nvSpPr>
          <p:spPr>
            <a:xfrm>
              <a:off x="471605" y="966455"/>
              <a:ext cx="40778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 dirty="0"/>
                <a:t>クリスマス・ルーレット</a:t>
              </a:r>
              <a:r>
                <a:rPr kumimoji="1" lang="en-US" altLang="ja-JP" b="1" dirty="0"/>
                <a:t>!</a:t>
              </a:r>
              <a:r>
                <a:rPr kumimoji="1" lang="ja-JP" altLang="en-US" b="1" dirty="0"/>
                <a:t> の流れ①</a:t>
              </a:r>
            </a:p>
          </p:txBody>
        </p:sp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BA082148-7AF6-2BDA-2BCF-7F22319390B2}"/>
                </a:ext>
              </a:extLst>
            </p:cNvPr>
            <p:cNvCxnSpPr>
              <a:cxnSpLocks/>
            </p:cNvCxnSpPr>
            <p:nvPr/>
          </p:nvCxnSpPr>
          <p:spPr>
            <a:xfrm>
              <a:off x="471606" y="1379330"/>
              <a:ext cx="3604005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1C6A7C43-8BD5-3BD6-7F19-30555871078A}"/>
                </a:ext>
              </a:extLst>
            </p:cNvPr>
            <p:cNvCxnSpPr>
              <a:cxnSpLocks/>
            </p:cNvCxnSpPr>
            <p:nvPr/>
          </p:nvCxnSpPr>
          <p:spPr>
            <a:xfrm>
              <a:off x="471606" y="918558"/>
              <a:ext cx="3604005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74" name="Picture 2" descr="クリスマスのマーク「サンタクロース」">
            <a:extLst>
              <a:ext uri="{FF2B5EF4-FFF2-40B4-BE49-F238E27FC236}">
                <a16:creationId xmlns:a16="http://schemas.microsoft.com/office/drawing/2014/main" id="{0342CAFB-9838-30D3-6004-D55821AED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238" y="2638012"/>
            <a:ext cx="1439598" cy="1581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F475216-0BC9-32BC-880C-68383F20CD13}"/>
              </a:ext>
            </a:extLst>
          </p:cNvPr>
          <p:cNvSpPr txBox="1"/>
          <p:nvPr/>
        </p:nvSpPr>
        <p:spPr>
          <a:xfrm>
            <a:off x="4763590" y="2022056"/>
            <a:ext cx="5344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/>
              <a:t>ルーレットでキャラクターが表示され・・・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F4D4486-D8F4-F6BD-15A1-6C77AF9A5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238" y="4291964"/>
            <a:ext cx="1518557" cy="151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クリスマスの顔マーク（雪だるま）">
            <a:extLst>
              <a:ext uri="{FF2B5EF4-FFF2-40B4-BE49-F238E27FC236}">
                <a16:creationId xmlns:a16="http://schemas.microsoft.com/office/drawing/2014/main" id="{07BD4A05-A50A-6E97-EC99-455388056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1426" y="2665141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クリスマスの顔マーク（男の子）">
            <a:extLst>
              <a:ext uri="{FF2B5EF4-FFF2-40B4-BE49-F238E27FC236}">
                <a16:creationId xmlns:a16="http://schemas.microsoft.com/office/drawing/2014/main" id="{8D8FF678-2005-9BF8-73FD-1D000A7A7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3087" y="4336867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30815B22-0560-9714-6BCE-EAEA5BA66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6427" y="3930476"/>
            <a:ext cx="840443" cy="82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9747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917F0675-3302-6476-C9C2-B3F630298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137" y="2799621"/>
            <a:ext cx="3781023" cy="2552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4A191F-659E-24C3-EACF-3DE68AB49F21}"/>
              </a:ext>
            </a:extLst>
          </p:cNvPr>
          <p:cNvSpPr txBox="1"/>
          <p:nvPr/>
        </p:nvSpPr>
        <p:spPr>
          <a:xfrm>
            <a:off x="601617" y="2303431"/>
            <a:ext cx="4351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800" b="1" dirty="0"/>
              <a:t>ネットワーク機器が光って演出</a:t>
            </a:r>
            <a:r>
              <a:rPr lang="ja-JP" altLang="en-US" b="1" dirty="0"/>
              <a:t>！</a:t>
            </a:r>
            <a:endParaRPr lang="en-US" altLang="ja-JP" b="1" dirty="0"/>
          </a:p>
        </p:txBody>
      </p:sp>
      <p:pic>
        <p:nvPicPr>
          <p:cNvPr id="3074" name="Picture 2" descr="クイズの早押しボタンのイラスト（オン）">
            <a:extLst>
              <a:ext uri="{FF2B5EF4-FFF2-40B4-BE49-F238E27FC236}">
                <a16:creationId xmlns:a16="http://schemas.microsoft.com/office/drawing/2014/main" id="{99052E23-FBE3-0E59-5698-BF379A61A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091" y="3078413"/>
            <a:ext cx="2532743" cy="171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■">
            <a:extLst>
              <a:ext uri="{FF2B5EF4-FFF2-40B4-BE49-F238E27FC236}">
                <a16:creationId xmlns:a16="http://schemas.microsoft.com/office/drawing/2014/main" id="{88A1CAC4-2C9C-779F-8E67-E90124956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7" y="2915640"/>
            <a:ext cx="2690034" cy="232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16BB734-7778-17C7-3912-6360F6727BE9}"/>
              </a:ext>
            </a:extLst>
          </p:cNvPr>
          <p:cNvSpPr txBox="1"/>
          <p:nvPr/>
        </p:nvSpPr>
        <p:spPr>
          <a:xfrm>
            <a:off x="5307876" y="2269309"/>
            <a:ext cx="39036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800" b="1" dirty="0"/>
              <a:t>最後にルーレットの結果に応じた、</a:t>
            </a:r>
            <a:endParaRPr lang="en-US" altLang="ja-JP" sz="1800" b="1" dirty="0"/>
          </a:p>
          <a:p>
            <a:r>
              <a:rPr lang="ja-JP" altLang="en-US" sz="1800" b="1" dirty="0"/>
              <a:t>ちょっとしたプレゼントを渡す！</a:t>
            </a:r>
            <a:endParaRPr lang="ja-JP" altLang="en-US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956E1499-F924-F568-1447-802F0DCFAB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" b="93620"/>
          <a:stretch>
            <a:fillRect/>
          </a:stretch>
        </p:blipFill>
        <p:spPr bwMode="auto">
          <a:xfrm>
            <a:off x="312203" y="313978"/>
            <a:ext cx="9281594" cy="367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CFE9690F-9CFE-48E9-306A-E53DB89A8C84}"/>
              </a:ext>
            </a:extLst>
          </p:cNvPr>
          <p:cNvGrpSpPr/>
          <p:nvPr/>
        </p:nvGrpSpPr>
        <p:grpSpPr>
          <a:xfrm>
            <a:off x="471606" y="918558"/>
            <a:ext cx="3856554" cy="460772"/>
            <a:chOff x="471606" y="918558"/>
            <a:chExt cx="3856554" cy="460772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3BEE71C-8119-A95F-51D0-F1FD7D1DEF96}"/>
                </a:ext>
              </a:extLst>
            </p:cNvPr>
            <p:cNvSpPr txBox="1"/>
            <p:nvPr/>
          </p:nvSpPr>
          <p:spPr>
            <a:xfrm>
              <a:off x="471606" y="966455"/>
              <a:ext cx="38565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b="1" dirty="0"/>
                <a:t>クリスマス・ルーレット</a:t>
              </a:r>
              <a:r>
                <a:rPr kumimoji="1" lang="en-US" altLang="ja-JP" b="1" dirty="0"/>
                <a:t>! </a:t>
              </a:r>
              <a:r>
                <a:rPr kumimoji="1" lang="ja-JP" altLang="en-US" b="1" dirty="0"/>
                <a:t>の流れ②</a:t>
              </a:r>
            </a:p>
          </p:txBody>
        </p: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848DD945-3BE7-B8E6-6274-94E2CA6A0ECB}"/>
                </a:ext>
              </a:extLst>
            </p:cNvPr>
            <p:cNvCxnSpPr>
              <a:cxnSpLocks/>
            </p:cNvCxnSpPr>
            <p:nvPr/>
          </p:nvCxnSpPr>
          <p:spPr>
            <a:xfrm>
              <a:off x="471606" y="1379330"/>
              <a:ext cx="3621423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20A80D6A-7DE7-2C14-9F68-4A79B8E8F703}"/>
                </a:ext>
              </a:extLst>
            </p:cNvPr>
            <p:cNvCxnSpPr>
              <a:cxnSpLocks/>
            </p:cNvCxnSpPr>
            <p:nvPr/>
          </p:nvCxnSpPr>
          <p:spPr>
            <a:xfrm>
              <a:off x="471606" y="918558"/>
              <a:ext cx="3621423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81424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F1D8F79-2333-0255-F464-6215AFB2B192}"/>
              </a:ext>
            </a:extLst>
          </p:cNvPr>
          <p:cNvGrpSpPr/>
          <p:nvPr/>
        </p:nvGrpSpPr>
        <p:grpSpPr>
          <a:xfrm>
            <a:off x="471606" y="944487"/>
            <a:ext cx="1923251" cy="434843"/>
            <a:chOff x="471606" y="944487"/>
            <a:chExt cx="1923251" cy="434843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073E24C8-E009-27D0-6FDB-7E94DC677D5F}"/>
                </a:ext>
              </a:extLst>
            </p:cNvPr>
            <p:cNvSpPr txBox="1"/>
            <p:nvPr/>
          </p:nvSpPr>
          <p:spPr>
            <a:xfrm>
              <a:off x="471606" y="966455"/>
              <a:ext cx="1801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b="1" dirty="0"/>
                <a:t>思い・ポリシー</a:t>
              </a:r>
              <a:endParaRPr kumimoji="1" lang="ja-JP" altLang="en-US" b="1" dirty="0"/>
            </a:p>
          </p:txBody>
        </p:sp>
        <p:cxnSp>
          <p:nvCxnSpPr>
            <p:cNvPr id="4" name="直線コネクタ 3">
              <a:extLst>
                <a:ext uri="{FF2B5EF4-FFF2-40B4-BE49-F238E27FC236}">
                  <a16:creationId xmlns:a16="http://schemas.microsoft.com/office/drawing/2014/main" id="{A7B373F1-756A-C9E5-46B7-AF672B08F7CD}"/>
                </a:ext>
              </a:extLst>
            </p:cNvPr>
            <p:cNvCxnSpPr>
              <a:cxnSpLocks/>
            </p:cNvCxnSpPr>
            <p:nvPr/>
          </p:nvCxnSpPr>
          <p:spPr>
            <a:xfrm>
              <a:off x="471606" y="1379330"/>
              <a:ext cx="1923251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77483AC7-B046-8922-6FA0-1EA3683B4E50}"/>
                </a:ext>
              </a:extLst>
            </p:cNvPr>
            <p:cNvCxnSpPr>
              <a:cxnSpLocks/>
            </p:cNvCxnSpPr>
            <p:nvPr/>
          </p:nvCxnSpPr>
          <p:spPr>
            <a:xfrm>
              <a:off x="471606" y="944487"/>
              <a:ext cx="1923251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10">
            <a:extLst>
              <a:ext uri="{FF2B5EF4-FFF2-40B4-BE49-F238E27FC236}">
                <a16:creationId xmlns:a16="http://schemas.microsoft.com/office/drawing/2014/main" id="{45CCAE77-BCC1-D7D5-3B4E-AB1F907AD7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" b="93620"/>
          <a:stretch>
            <a:fillRect/>
          </a:stretch>
        </p:blipFill>
        <p:spPr bwMode="auto">
          <a:xfrm>
            <a:off x="312203" y="313978"/>
            <a:ext cx="9281594" cy="367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27C5B33-2A73-561E-61B5-5C806B006614}"/>
              </a:ext>
            </a:extLst>
          </p:cNvPr>
          <p:cNvSpPr txBox="1"/>
          <p:nvPr/>
        </p:nvSpPr>
        <p:spPr>
          <a:xfrm>
            <a:off x="1637099" y="1605638"/>
            <a:ext cx="6348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技術を持っていればもちろん、同じ技術を持っていなくても、アイデアを持ち寄ればだれでも参加できて、一つの世界を作れるようにしていきたい。</a:t>
            </a:r>
            <a:endParaRPr kumimoji="1" lang="ja-JP" altLang="en-US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1A3B557-FAA6-583F-B35D-6F63AAABE482}"/>
              </a:ext>
            </a:extLst>
          </p:cNvPr>
          <p:cNvSpPr txBox="1"/>
          <p:nvPr/>
        </p:nvSpPr>
        <p:spPr>
          <a:xfrm>
            <a:off x="748258" y="2956339"/>
            <a:ext cx="39195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Web</a:t>
            </a:r>
            <a:r>
              <a:rPr kumimoji="1" lang="ja-JP" altLang="en-US" dirty="0"/>
              <a:t>側はフレームワークを使わずに、基本的な</a:t>
            </a:r>
            <a:r>
              <a:rPr kumimoji="1" lang="en-US" altLang="ja-JP" dirty="0"/>
              <a:t>HTML</a:t>
            </a:r>
            <a:r>
              <a:rPr kumimoji="1" lang="ja-JP" altLang="en-US" dirty="0"/>
              <a:t>・</a:t>
            </a:r>
            <a:r>
              <a:rPr kumimoji="1" lang="en-US" altLang="ja-JP" dirty="0"/>
              <a:t>CSS</a:t>
            </a:r>
            <a:r>
              <a:rPr kumimoji="1" lang="ja-JP" altLang="en-US" dirty="0"/>
              <a:t>・</a:t>
            </a:r>
            <a:r>
              <a:rPr kumimoji="1" lang="en-US" altLang="ja-JP" dirty="0"/>
              <a:t>JavaScript</a:t>
            </a:r>
            <a:r>
              <a:rPr kumimoji="1" lang="ja-JP" altLang="en-US" dirty="0"/>
              <a:t>で構成。</a:t>
            </a:r>
            <a:endParaRPr kumimoji="1" lang="en-US" altLang="ja-JP" dirty="0"/>
          </a:p>
          <a:p>
            <a:r>
              <a:rPr lang="ja-JP" altLang="en-US" dirty="0"/>
              <a:t>時間があったり、作れる人がいたら、アニメーションなど充実させて、拡張していきたい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5CF6E56-13A1-2929-DCEB-7AFD7B269EEB}"/>
              </a:ext>
            </a:extLst>
          </p:cNvPr>
          <p:cNvSpPr txBox="1"/>
          <p:nvPr/>
        </p:nvSpPr>
        <p:spPr>
          <a:xfrm>
            <a:off x="5424759" y="3105964"/>
            <a:ext cx="3919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オブジェクトのデータを追加するだけで、アイデアさえあればだれでも簡単にキャラクターを作成可能！</a:t>
            </a:r>
          </a:p>
        </p:txBody>
      </p:sp>
      <p:pic>
        <p:nvPicPr>
          <p:cNvPr id="2052" name="Picture 4" descr="黒いサンタクロースのイラスト">
            <a:extLst>
              <a:ext uri="{FF2B5EF4-FFF2-40B4-BE49-F238E27FC236}">
                <a16:creationId xmlns:a16="http://schemas.microsoft.com/office/drawing/2014/main" id="{60A8ABBE-C9B7-C65F-2B6D-EDFD60B0F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939" y="4478773"/>
            <a:ext cx="1336544" cy="133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399823EC-D3D5-AB2A-E2DD-54BC90218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9926" y="4365513"/>
            <a:ext cx="1528354" cy="1528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ML5/CSS/JavaScriptでマイカードを作ってみよう by nakanori ...">
            <a:extLst>
              <a:ext uri="{FF2B5EF4-FFF2-40B4-BE49-F238E27FC236}">
                <a16:creationId xmlns:a16="http://schemas.microsoft.com/office/drawing/2014/main" id="{95D6B732-BC9A-6247-B088-7C6AD219C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20" y="4365513"/>
            <a:ext cx="3566160" cy="2004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098BFA6-3077-1BD3-02B6-EF3CE51B2E85}"/>
              </a:ext>
            </a:extLst>
          </p:cNvPr>
          <p:cNvSpPr txBox="1"/>
          <p:nvPr/>
        </p:nvSpPr>
        <p:spPr>
          <a:xfrm>
            <a:off x="5159605" y="5930561"/>
            <a:ext cx="1637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わるい</a:t>
            </a:r>
            <a:r>
              <a:rPr kumimoji="1" lang="ja-JP" altLang="en-US" dirty="0"/>
              <a:t>サンタ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9C67C83-2445-BB2B-D314-35F0C3DE49AE}"/>
              </a:ext>
            </a:extLst>
          </p:cNvPr>
          <p:cNvSpPr txBox="1"/>
          <p:nvPr/>
        </p:nvSpPr>
        <p:spPr>
          <a:xfrm>
            <a:off x="7719558" y="5865839"/>
            <a:ext cx="1289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くつした</a:t>
            </a:r>
            <a:endParaRPr kumimoji="1" lang="ja-JP" altLang="en-US" dirty="0"/>
          </a:p>
        </p:txBody>
      </p:sp>
      <p:sp>
        <p:nvSpPr>
          <p:cNvPr id="18" name="円弧 17">
            <a:extLst>
              <a:ext uri="{FF2B5EF4-FFF2-40B4-BE49-F238E27FC236}">
                <a16:creationId xmlns:a16="http://schemas.microsoft.com/office/drawing/2014/main" id="{3EA76FBA-4A4B-1EEC-2ABA-267FFA6480DF}"/>
              </a:ext>
            </a:extLst>
          </p:cNvPr>
          <p:cNvSpPr/>
          <p:nvPr/>
        </p:nvSpPr>
        <p:spPr>
          <a:xfrm rot="5058762">
            <a:off x="6265595" y="3979636"/>
            <a:ext cx="618309" cy="674086"/>
          </a:xfrm>
          <a:prstGeom prst="arc">
            <a:avLst>
              <a:gd name="adj1" fmla="val 17260664"/>
              <a:gd name="adj2" fmla="val 111460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/>
              </a:solidFill>
            </a:endParaRPr>
          </a:p>
        </p:txBody>
      </p:sp>
      <p:sp>
        <p:nvSpPr>
          <p:cNvPr id="19" name="円弧 18">
            <a:extLst>
              <a:ext uri="{FF2B5EF4-FFF2-40B4-BE49-F238E27FC236}">
                <a16:creationId xmlns:a16="http://schemas.microsoft.com/office/drawing/2014/main" id="{1766833F-BF74-C594-F0CF-F2DDF6D5C322}"/>
              </a:ext>
            </a:extLst>
          </p:cNvPr>
          <p:cNvSpPr/>
          <p:nvPr/>
        </p:nvSpPr>
        <p:spPr>
          <a:xfrm rot="5058762">
            <a:off x="6391739" y="4141730"/>
            <a:ext cx="618309" cy="674086"/>
          </a:xfrm>
          <a:prstGeom prst="arc">
            <a:avLst>
              <a:gd name="adj1" fmla="val 17260664"/>
              <a:gd name="adj2" fmla="val 111460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/>
              </a:solidFill>
            </a:endParaRPr>
          </a:p>
        </p:txBody>
      </p:sp>
      <p:sp>
        <p:nvSpPr>
          <p:cNvPr id="20" name="円弧 19">
            <a:extLst>
              <a:ext uri="{FF2B5EF4-FFF2-40B4-BE49-F238E27FC236}">
                <a16:creationId xmlns:a16="http://schemas.microsoft.com/office/drawing/2014/main" id="{FF202E86-068D-107B-A728-4D595DE893BD}"/>
              </a:ext>
            </a:extLst>
          </p:cNvPr>
          <p:cNvSpPr/>
          <p:nvPr/>
        </p:nvSpPr>
        <p:spPr>
          <a:xfrm rot="5058762">
            <a:off x="6517884" y="4296795"/>
            <a:ext cx="618309" cy="674086"/>
          </a:xfrm>
          <a:prstGeom prst="arc">
            <a:avLst>
              <a:gd name="adj1" fmla="val 17260664"/>
              <a:gd name="adj2" fmla="val 111460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852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クリスマスのフレーム素材（クリスマスのリボン）">
            <a:extLst>
              <a:ext uri="{FF2B5EF4-FFF2-40B4-BE49-F238E27FC236}">
                <a16:creationId xmlns:a16="http://schemas.microsoft.com/office/drawing/2014/main" id="{45B6E812-5051-1C52-5629-20F8418D2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6944" y="2227566"/>
            <a:ext cx="3172113" cy="310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2486516-8B30-025A-BD8E-EF36BDAC9C1F}"/>
              </a:ext>
            </a:extLst>
          </p:cNvPr>
          <p:cNvSpPr txBox="1"/>
          <p:nvPr/>
        </p:nvSpPr>
        <p:spPr>
          <a:xfrm>
            <a:off x="471606" y="966455"/>
            <a:ext cx="1801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原案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4265107-30A5-1B0C-C174-4EF17C6C3651}"/>
              </a:ext>
            </a:extLst>
          </p:cNvPr>
          <p:cNvCxnSpPr>
            <a:cxnSpLocks/>
          </p:cNvCxnSpPr>
          <p:nvPr/>
        </p:nvCxnSpPr>
        <p:spPr>
          <a:xfrm>
            <a:off x="471606" y="1379330"/>
            <a:ext cx="695343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A2C417F8-C000-913C-DCD1-3BBD325CDC15}"/>
              </a:ext>
            </a:extLst>
          </p:cNvPr>
          <p:cNvCxnSpPr>
            <a:cxnSpLocks/>
          </p:cNvCxnSpPr>
          <p:nvPr/>
        </p:nvCxnSpPr>
        <p:spPr>
          <a:xfrm>
            <a:off x="471606" y="944487"/>
            <a:ext cx="695343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1BFCA80-9139-BD9B-FF0B-0D7D7F8B4713}"/>
              </a:ext>
            </a:extLst>
          </p:cNvPr>
          <p:cNvSpPr txBox="1"/>
          <p:nvPr/>
        </p:nvSpPr>
        <p:spPr>
          <a:xfrm>
            <a:off x="2177147" y="1650883"/>
            <a:ext cx="5699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https://norobeirenshu.com/</a:t>
            </a:r>
            <a:r>
              <a:rPr lang="en-US" altLang="ja-JP" dirty="0" err="1"/>
              <a:t>christ</a:t>
            </a:r>
            <a:r>
              <a:rPr lang="ja-JP" altLang="en-US" dirty="0"/>
              <a:t>mas-roulette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E476F7D9-AE90-D665-EA5E-B0FCDDF95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332" y="2569378"/>
            <a:ext cx="2425337" cy="2425337"/>
          </a:xfrm>
          <a:prstGeom prst="rect">
            <a:avLst/>
          </a:prstGeom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EE37905E-D3E7-4C74-2036-4033722959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" b="93620"/>
          <a:stretch>
            <a:fillRect/>
          </a:stretch>
        </p:blipFill>
        <p:spPr bwMode="auto">
          <a:xfrm>
            <a:off x="312203" y="313978"/>
            <a:ext cx="9281594" cy="367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07C8B40-F214-8732-3446-38DDE8609A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1871" y="3869880"/>
            <a:ext cx="1540800" cy="251919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ADD208B-060A-3E01-F7E9-4AAE9D9A1A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783" y="3808639"/>
            <a:ext cx="1710014" cy="2519190"/>
          </a:xfrm>
          <a:prstGeom prst="rect">
            <a:avLst/>
          </a:prstGeom>
        </p:spPr>
      </p:pic>
      <p:sp>
        <p:nvSpPr>
          <p:cNvPr id="12" name="吹き出し: 円形 11">
            <a:extLst>
              <a:ext uri="{FF2B5EF4-FFF2-40B4-BE49-F238E27FC236}">
                <a16:creationId xmlns:a16="http://schemas.microsoft.com/office/drawing/2014/main" id="{6708BAD3-DEDD-D71B-CFD5-12167DA90BDC}"/>
              </a:ext>
            </a:extLst>
          </p:cNvPr>
          <p:cNvSpPr/>
          <p:nvPr/>
        </p:nvSpPr>
        <p:spPr>
          <a:xfrm>
            <a:off x="6671344" y="2989368"/>
            <a:ext cx="2282730" cy="631828"/>
          </a:xfrm>
          <a:prstGeom prst="wedgeEllipseCallout">
            <a:avLst>
              <a:gd name="adj1" fmla="val 31344"/>
              <a:gd name="adj2" fmla="val 90495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吹き出し: 円形 12">
            <a:extLst>
              <a:ext uri="{FF2B5EF4-FFF2-40B4-BE49-F238E27FC236}">
                <a16:creationId xmlns:a16="http://schemas.microsoft.com/office/drawing/2014/main" id="{157418C8-D066-37AE-01D4-5CEBF20D87C5}"/>
              </a:ext>
            </a:extLst>
          </p:cNvPr>
          <p:cNvSpPr/>
          <p:nvPr/>
        </p:nvSpPr>
        <p:spPr>
          <a:xfrm>
            <a:off x="951926" y="2891251"/>
            <a:ext cx="2187353" cy="631299"/>
          </a:xfrm>
          <a:prstGeom prst="wedgeEllipseCallout">
            <a:avLst>
              <a:gd name="adj1" fmla="val -21333"/>
              <a:gd name="adj2" fmla="val 110236"/>
            </a:avLst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0B5E947-9511-2C12-6118-B11D18F6786D}"/>
              </a:ext>
            </a:extLst>
          </p:cNvPr>
          <p:cNvSpPr txBox="1"/>
          <p:nvPr/>
        </p:nvSpPr>
        <p:spPr>
          <a:xfrm>
            <a:off x="1247197" y="3022234"/>
            <a:ext cx="1820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がんばろうね！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C171C26-856B-8816-01DE-BC5117E1646B}"/>
              </a:ext>
            </a:extLst>
          </p:cNvPr>
          <p:cNvSpPr txBox="1"/>
          <p:nvPr/>
        </p:nvSpPr>
        <p:spPr>
          <a:xfrm>
            <a:off x="7031666" y="3153218"/>
            <a:ext cx="2140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楽しみなのだ！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14400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57150">
          <a:solidFill>
            <a:srgbClr val="FF0000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7150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プレゼンテーション1" id="{F55F4C91-A7BC-4D0C-9018-D3EB4C8CC33E}" vid="{6D2858FA-5D66-4ECB-9E76-C266ECAC160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1044</TotalTime>
  <Words>175</Words>
  <Application>Microsoft Office PowerPoint</Application>
  <PresentationFormat>A4 210 x 297 mm</PresentationFormat>
  <Paragraphs>20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8" baseType="lpstr">
      <vt:lpstr>HGS創英角ﾎﾟｯﾌﾟ体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 S</dc:creator>
  <cp:lastModifiedBy>N S</cp:lastModifiedBy>
  <cp:revision>1</cp:revision>
  <dcterms:created xsi:type="dcterms:W3CDTF">2025-09-27T12:40:21Z</dcterms:created>
  <dcterms:modified xsi:type="dcterms:W3CDTF">2025-10-30T19:27:08Z</dcterms:modified>
</cp:coreProperties>
</file>